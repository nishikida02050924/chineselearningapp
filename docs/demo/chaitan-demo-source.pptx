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6858000" cy="12192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4" d="100"/>
          <a:sy n="34" d="100"/>
        </p:scale>
        <p:origin x="152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742292-44BC-7347-B841-FAC6156A3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995312"/>
            <a:ext cx="5143500" cy="4244622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08EE3A6-E405-20B4-4252-DC6545E68F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1213F71-1C1C-9E09-067C-CE7261D1D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CFD8-4BBF-4B3E-AA32-F5668F777425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37DD04F-0F36-9FD1-85CF-2A419182D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22A0865-F34D-5006-92A3-581D1A5DA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8815F-0FC4-4D0D-BAAA-F2000FDB5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98219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32405F-8F15-FE82-81C1-B4EB93F2B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08A6F68-CDDB-3926-F434-C8930877F7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E57C81-1F5E-B874-E988-E4EE26CF9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CFD8-4BBF-4B3E-AA32-F5668F777425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626647-643B-F139-829F-8F6F3B48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11A6E2-5C2C-9B6D-10C7-1CA03015A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8815F-0FC4-4D0D-BAAA-F2000FDB5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99994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A65D2C2-96D4-B19B-394F-038084F77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917" y="3039537"/>
            <a:ext cx="5915025" cy="5071532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8524E3C-FA34-09B4-4971-E1B3DF553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7917" y="8159048"/>
            <a:ext cx="5915025" cy="266699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E3D1203-4FE9-0E19-843E-41F0A11DA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CFD8-4BBF-4B3E-AA32-F5668F777425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23C0D4-F8DC-B0D4-CDE7-9C2D1EF60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A2F28E4-883F-F907-16C3-F695774D4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8815F-0FC4-4D0D-BAAA-F2000FDB5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091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7A0195-5F0D-4E9E-B314-D665DEB40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FB8D92A-6858-1D9A-6CB1-11E21DD51D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DFBD5FB-F93F-C3D2-D46E-620708EF1C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449FD64-800D-17B2-E896-77D6DC4B8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CFD8-4BBF-4B3E-AA32-F5668F777425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9A6CAC1-D7FE-E97A-7966-D95E349F9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52B991F-8B99-9D90-0913-9A17B921E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8815F-0FC4-4D0D-BAAA-F2000FDB5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30752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3B7F1F-E5AB-B71E-7808-78DD556D8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649114"/>
            <a:ext cx="5915025" cy="2356556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8BC7C0C-32E6-4552-9C36-5B9E4952C4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062F320-6069-73D2-4486-959859A4F9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1153EC4-CD05-D568-A543-A0ABB6DAD0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0E1C4CD-7618-ADD5-D200-0372956176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471864" y="4453467"/>
            <a:ext cx="2915543" cy="6550379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7BAE4F8-611A-4C23-4DB4-19A1C812C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CFD8-4BBF-4B3E-AA32-F5668F777425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A343F95-F599-941F-E201-199CE1625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4113796-BCD2-A899-A73C-CB75DBCA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8815F-0FC4-4D0D-BAAA-F2000FDB5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1047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714D5F-8BC3-24D3-B281-95BED05AB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3E131BD-0D6B-7D37-0712-1BF5BA4BD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CFD8-4BBF-4B3E-AA32-F5668F777425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2BDD34C-0B15-6987-BF9C-06766EF86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68307E7-B65D-DA37-ECAB-503F3D8E8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8815F-0FC4-4D0D-BAAA-F2000FDB5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8185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96F134F-C81C-46FE-B53F-AAA54E7C8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CFD8-4BBF-4B3E-AA32-F5668F777425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92A9B0F-9F24-2105-C2B0-44DB378E9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814F494-9E19-907E-BA5E-C3537CD78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8815F-0FC4-4D0D-BAAA-F2000FDB5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35819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27C5F32-9040-983C-37CC-9CAA8C4B8A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475FB7-452A-0746-BF84-E7D2F404C2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7DAE149-785D-681F-4E24-2BF9633EFB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CE3918-C686-D1BD-249F-3342810FD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CFD8-4BBF-4B3E-AA32-F5668F777425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0709C9E-919D-0EFB-C11D-A622117B7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177AEAD-93A4-3C28-36F9-F6BA23285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8815F-0FC4-4D0D-BAAA-F2000FDB5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7648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060CA4-0604-DE9B-5C46-92AC95AA1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382" y="812800"/>
            <a:ext cx="2211883" cy="28448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D6EA5EE-F8AF-F4A0-818D-0F54F4FBAC8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195F835-5F28-7176-2598-40B3A125C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2382" y="3657600"/>
            <a:ext cx="2211883" cy="6776156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A5C015-E53F-CDAF-11D0-3D9DB940F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CFD8-4BBF-4B3E-AA32-F5668F777425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275865-F4C3-77F4-47FA-EA610E486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859706D-1EF6-05DD-3EDC-4EC5575BF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8815F-0FC4-4D0D-BAAA-F2000FDB5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32300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3F4B629-CE4B-36CA-791C-9B142ED6B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53A448C5-5079-FEDC-5BFB-EECECB97E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46F7187-15A5-1EF2-CBFA-AF89A16B8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CFD8-4BBF-4B3E-AA32-F5668F777425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C82D99-1433-1F39-80D3-D21015677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4DD1ED2-D8E4-FE61-874B-35419E2F4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8815F-0FC4-4D0D-BAAA-F2000FDB5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880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058E8BB-CDFE-6CBC-EB80-37F9650A65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7756" y="649111"/>
            <a:ext cx="1478756" cy="10332156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6592E07-33DF-A306-3BDB-98270082B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7" y="649111"/>
            <a:ext cx="4350544" cy="10332156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BBE2E9-4971-74A3-44F2-FB67AE9A5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FCFD8-4BBF-4B3E-AA32-F5668F777425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3DB05D7-07E9-E5E3-AAE2-D61F49898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8FA30F2-89C9-0432-57B2-6D3E2A5A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38815F-0FC4-4D0D-BAAA-F2000FDB5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5294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95D92E8-281C-357B-4B58-052454D2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9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C6B9093-10FE-7EBD-2C6C-67B4D61F9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9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2B4A30-4A65-66F6-C7E0-702E4D3E1E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29FCFD8-4BBF-4B3E-AA32-F5668F777425}" type="datetimeFigureOut">
              <a:rPr kumimoji="1" lang="ja-JP" altLang="en-US" smtClean="0"/>
              <a:t>2026/10/31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3308FE6-FA63-7290-A7C0-043A62000B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4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9C5C087-94B8-6CA0-1DE7-9D9F3838F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38815F-0FC4-4D0D-BAAA-F2000FDB561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2434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kumimoji="1"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kumimoji="1"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FBF890F-3A67-ADB9-B2AF-21D6482375D3}"/>
              </a:ext>
            </a:extLst>
          </p:cNvPr>
          <p:cNvSpPr txBox="1"/>
          <p:nvPr/>
        </p:nvSpPr>
        <p:spPr>
          <a:xfrm>
            <a:off x="355600" y="304800"/>
            <a:ext cx="61468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1F4E41"/>
                </a:solidFill>
                <a:latin typeface="Yu Gothic UI" panose="020B0500000000000000" pitchFamily="50" charset="-128"/>
              </a:rPr>
              <a:t>中国語学習アプリ「チャイ単」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649A195-B662-C5D7-9322-6DB6306EF7E4}"/>
              </a:ext>
            </a:extLst>
          </p:cNvPr>
          <p:cNvSpPr txBox="1"/>
          <p:nvPr/>
        </p:nvSpPr>
        <p:spPr>
          <a:xfrm>
            <a:off x="355600" y="825500"/>
            <a:ext cx="6146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577066"/>
                </a:solidFill>
                <a:latin typeface="Yu Gothic UI" panose="020B0500000000000000" pitchFamily="50" charset="-128"/>
              </a:rPr>
              <a:t>日常会話から、少しずつ。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15FCAE2-46E3-A9C3-3D9B-7D4002EA4BD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333500"/>
            <a:ext cx="4699000" cy="10160000"/>
          </a:xfrm>
          <a:prstGeom prst="rect">
            <a:avLst/>
          </a:prstGeom>
          <a:ln w="12700">
            <a:solidFill>
              <a:srgbClr val="D7E1DA"/>
            </a:solidFill>
          </a:ln>
          <a:effectLst>
            <a:outerShdw blurRad="101600" dist="38100" dir="5400000" rotWithShape="0">
              <a:scrgbClr r="0" g="0" b="0">
                <a:alpha val="30000"/>
              </a:sc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460891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5D244D5-405B-3517-4FB0-FCFD4D5653D4}"/>
              </a:ext>
            </a:extLst>
          </p:cNvPr>
          <p:cNvSpPr txBox="1"/>
          <p:nvPr/>
        </p:nvSpPr>
        <p:spPr>
          <a:xfrm>
            <a:off x="355600" y="304800"/>
            <a:ext cx="61468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1F4E41"/>
                </a:solidFill>
                <a:latin typeface="Yu Gothic UI" panose="020B0500000000000000" pitchFamily="50" charset="-128"/>
              </a:rPr>
              <a:t>よく使う動詞に絞り込み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4DCCDBC-2927-96DB-2F03-B0C132E368C3}"/>
              </a:ext>
            </a:extLst>
          </p:cNvPr>
          <p:cNvSpPr txBox="1"/>
          <p:nvPr/>
        </p:nvSpPr>
        <p:spPr>
          <a:xfrm>
            <a:off x="355600" y="825500"/>
            <a:ext cx="6146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577066"/>
                </a:solidFill>
                <a:latin typeface="Yu Gothic UI" panose="020B0500000000000000" pitchFamily="50" charset="-128"/>
              </a:rPr>
              <a:t>覚えたい単語がすぐ見つかる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EEA916E-7688-E0A9-BD02-98E329DC920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333500"/>
            <a:ext cx="4699000" cy="10160000"/>
          </a:xfrm>
          <a:prstGeom prst="rect">
            <a:avLst/>
          </a:prstGeom>
          <a:ln w="12700">
            <a:solidFill>
              <a:srgbClr val="D7E1DA"/>
            </a:solidFill>
          </a:ln>
          <a:effectLst>
            <a:outerShdw blurRad="101600" dist="38100" dir="5400000" rotWithShape="0">
              <a:scrgbClr r="0" g="0" b="0">
                <a:alpha val="30000"/>
              </a:sc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17232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1745DA1-9025-0401-23A5-570207A70C9E}"/>
              </a:ext>
            </a:extLst>
          </p:cNvPr>
          <p:cNvSpPr txBox="1"/>
          <p:nvPr/>
        </p:nvSpPr>
        <p:spPr>
          <a:xfrm>
            <a:off x="355600" y="304800"/>
            <a:ext cx="61468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1F4E41"/>
                </a:solidFill>
                <a:latin typeface="Yu Gothic UI" panose="020B0500000000000000" pitchFamily="50" charset="-128"/>
              </a:rPr>
              <a:t>自然な否定文も一緒に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CEF0E58-8C0C-A028-0BEE-D849AAC990FB}"/>
              </a:ext>
            </a:extLst>
          </p:cNvPr>
          <p:cNvSpPr txBox="1"/>
          <p:nvPr/>
        </p:nvSpPr>
        <p:spPr>
          <a:xfrm>
            <a:off x="355600" y="825500"/>
            <a:ext cx="6146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577066"/>
                </a:solidFill>
                <a:latin typeface="Yu Gothic UI" panose="020B0500000000000000" pitchFamily="50" charset="-128"/>
              </a:rPr>
              <a:t>肯定文と比べながら覚えられる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C5C795C-87E6-FA45-4823-94468974EE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333500"/>
            <a:ext cx="4699000" cy="10160000"/>
          </a:xfrm>
          <a:prstGeom prst="rect">
            <a:avLst/>
          </a:prstGeom>
          <a:ln w="12700">
            <a:solidFill>
              <a:srgbClr val="D7E1DA"/>
            </a:solidFill>
          </a:ln>
          <a:effectLst>
            <a:outerShdw blurRad="101600" dist="38100" dir="5400000" rotWithShape="0">
              <a:scrgbClr r="0" g="0" b="0">
                <a:alpha val="30000"/>
              </a:sc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7541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453340F-34DB-3B95-1CAB-2A2490401495}"/>
              </a:ext>
            </a:extLst>
          </p:cNvPr>
          <p:cNvSpPr txBox="1"/>
          <p:nvPr/>
        </p:nvSpPr>
        <p:spPr>
          <a:xfrm>
            <a:off x="355600" y="304800"/>
            <a:ext cx="61468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1F4E41"/>
                </a:solidFill>
                <a:latin typeface="Yu Gothic UI" panose="020B0500000000000000" pitchFamily="50" charset="-128"/>
              </a:rPr>
              <a:t>フレーズは具体例つき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EF8790A-8D8B-F503-E02A-9C1000FCCD93}"/>
              </a:ext>
            </a:extLst>
          </p:cNvPr>
          <p:cNvSpPr txBox="1"/>
          <p:nvPr/>
        </p:nvSpPr>
        <p:spPr>
          <a:xfrm>
            <a:off x="355600" y="825500"/>
            <a:ext cx="6146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577066"/>
                </a:solidFill>
                <a:latin typeface="Yu Gothic UI" panose="020B0500000000000000" pitchFamily="50" charset="-128"/>
              </a:rPr>
              <a:t>タップして例文と中国語音声を確認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252EC32-A5E8-5D95-B601-ABDD62F4D8B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333500"/>
            <a:ext cx="4699000" cy="10160000"/>
          </a:xfrm>
          <a:prstGeom prst="rect">
            <a:avLst/>
          </a:prstGeom>
          <a:ln w="12700">
            <a:solidFill>
              <a:srgbClr val="D7E1DA"/>
            </a:solidFill>
          </a:ln>
          <a:effectLst>
            <a:outerShdw blurRad="101600" dist="38100" dir="5400000" rotWithShape="0">
              <a:scrgbClr r="0" g="0" b="0">
                <a:alpha val="30000"/>
              </a:sc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7478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A178B13-5A24-35FE-2942-CA122E7E9332}"/>
              </a:ext>
            </a:extLst>
          </p:cNvPr>
          <p:cNvSpPr txBox="1"/>
          <p:nvPr/>
        </p:nvSpPr>
        <p:spPr>
          <a:xfrm>
            <a:off x="355600" y="304800"/>
            <a:ext cx="61468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1F4E41"/>
                </a:solidFill>
                <a:latin typeface="Yu Gothic UI" panose="020B0500000000000000" pitchFamily="50" charset="-128"/>
              </a:rPr>
              <a:t>プロフィールはすっきり表示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79F37B2-6003-C6F8-AB3E-1B839EC79566}"/>
              </a:ext>
            </a:extLst>
          </p:cNvPr>
          <p:cNvSpPr txBox="1"/>
          <p:nvPr/>
        </p:nvSpPr>
        <p:spPr>
          <a:xfrm>
            <a:off x="355600" y="825500"/>
            <a:ext cx="6146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577066"/>
                </a:solidFill>
                <a:latin typeface="Yu Gothic UI" panose="020B0500000000000000" pitchFamily="50" charset="-128"/>
              </a:rPr>
              <a:t>普段は必要な情報だけ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B158ADB-0139-B681-B02D-619168116BB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333500"/>
            <a:ext cx="4699000" cy="10160000"/>
          </a:xfrm>
          <a:prstGeom prst="rect">
            <a:avLst/>
          </a:prstGeom>
          <a:ln w="12700">
            <a:solidFill>
              <a:srgbClr val="D7E1DA"/>
            </a:solidFill>
          </a:ln>
          <a:effectLst>
            <a:outerShdw blurRad="101600" dist="38100" dir="5400000" rotWithShape="0">
              <a:scrgbClr r="0" g="0" b="0">
                <a:alpha val="30000"/>
              </a:sc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9188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D45D0F25-10AA-2B7B-E620-19B76803B5BD}"/>
              </a:ext>
            </a:extLst>
          </p:cNvPr>
          <p:cNvSpPr txBox="1"/>
          <p:nvPr/>
        </p:nvSpPr>
        <p:spPr>
          <a:xfrm>
            <a:off x="355600" y="304800"/>
            <a:ext cx="61468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ja-JP" altLang="en-US" sz="2200" b="1">
                <a:solidFill>
                  <a:srgbClr val="1F4E41"/>
                </a:solidFill>
                <a:latin typeface="Yu Gothic UI" panose="020B0500000000000000" pitchFamily="50" charset="-128"/>
              </a:rPr>
              <a:t>鉛筆から必要なときだけ編集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B663B98-FD88-024C-B6B7-BBD84873C9E6}"/>
              </a:ext>
            </a:extLst>
          </p:cNvPr>
          <p:cNvSpPr txBox="1"/>
          <p:nvPr/>
        </p:nvSpPr>
        <p:spPr>
          <a:xfrm>
            <a:off x="355600" y="825500"/>
            <a:ext cx="61468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kumimoji="1" lang="ja-JP" altLang="en-US" sz="1100">
                <a:solidFill>
                  <a:srgbClr val="577066"/>
                </a:solidFill>
                <a:latin typeface="Yu Gothic UI" panose="020B0500000000000000" pitchFamily="50" charset="-128"/>
              </a:rPr>
              <a:t>画像・名前・ピンイン・速度をまとめて設定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E2ABF3E3-DC24-D53B-4FE0-8DD31E91134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500" y="1333500"/>
            <a:ext cx="4699000" cy="10160000"/>
          </a:xfrm>
          <a:prstGeom prst="rect">
            <a:avLst/>
          </a:prstGeom>
          <a:ln w="12700">
            <a:solidFill>
              <a:srgbClr val="D7E1DA"/>
            </a:solidFill>
          </a:ln>
          <a:effectLst>
            <a:outerShdw blurRad="101600" dist="38100" dir="5400000" rotWithShape="0">
              <a:scrgbClr r="0" g="0" b="0">
                <a:alpha val="30000"/>
              </a:sc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24596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00"/>
    </mc:Choice>
    <mc:Fallback>
      <p:transition spd="slow" advTm="3000"/>
    </mc:Fallback>
  </mc:AlternateContent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ユーザー設定</PresentationFormat>
  <Paragraphs>12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Yu Gothic UI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KURITARIOU</dc:creator>
  <cp:lastModifiedBy>KURITARIOU</cp:lastModifiedBy>
  <cp:revision>1</cp:revision>
  <dcterms:created xsi:type="dcterms:W3CDTF">2026-10-30T16:20:58Z</dcterms:created>
  <dcterms:modified xsi:type="dcterms:W3CDTF">2026-10-30T16:20:58Z</dcterms:modified>
</cp:coreProperties>
</file>